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2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2"/>
  </p:normalViewPr>
  <p:slideViewPr>
    <p:cSldViewPr snapToGrid="0">
      <p:cViewPr varScale="1">
        <p:scale>
          <a:sx n="114" d="100"/>
          <a:sy n="114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1B685-7975-5E40-18B6-36AB606ED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EB2BBB-E034-86DD-0A44-6E72D1893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05BCA-8CCE-B5F5-AB6F-AAFE90E4E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870C7-B06D-75B6-A1CD-A0275364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20505-CF0C-D7AE-FFB1-58B8FA68A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2614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2545-2395-0C48-00D9-4866F842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FBBE3-9E9E-C1B2-9F6F-EFBE6823D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D30BC-A1A8-85E9-5000-CB54CE0C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4AB9A-988D-1ABC-82D0-F2C14BBA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7A53A-13C8-76DB-84DE-1F9B13752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2692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79C3-4BA2-6E6E-F4B1-294A6FA4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4C007-3367-B043-D9CC-CFF788E1B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3E8C-76B6-B16C-47DC-A6C93928C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13F7E-3273-7B7E-70B2-2B6FE7B24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5F129-C58A-6379-165B-FF4E523A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8618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F8B-0877-1921-1C06-4ECA3C68B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B0282-7BB2-B321-ADD1-B8258248D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224B2-C3C5-E83C-CFC7-F5B803F2E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481C4-1AB8-64A8-EB92-E42E2492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FDC78-7064-D0DF-92D1-E00D9E5D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35FBE-17B4-B3E6-AF04-28D5D5C57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018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2B9C-F9E5-7A01-9793-97397093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973F3-6A08-24A9-6391-28174F5AB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DF572-CA23-D525-D469-0B46A1DD2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658D0-3FCE-55E6-0F3B-A2D1EBC56D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0EE4A9-6A0F-540B-361D-E7F59CA38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A6569B-333B-5722-9010-106A267D0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0D7ED-53A5-C87D-92CF-22E30621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E51065-CABE-5ED1-7812-B1539F661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53523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7060-89F2-6BA1-3B6B-3DBAB73E3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71E68-0570-7A2D-1290-44304F1D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09CD9-2760-D824-A585-9EE62427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FCD52-60EC-529F-6534-E5C29121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9936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6913E4-3EB3-B93F-B444-242D0F58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EF8D2-54B4-A801-4003-97619F4C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12C43-84BF-EE6B-D5A0-8A3E157A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972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6CE9D-9643-6432-9F9A-E225D991B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3C621-9FFF-6F37-E9D9-E5D982B99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EE970-52EB-5096-331E-81FD901DB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ABB11-1ABD-275C-06F3-AC8B316D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21145-EB92-F7E3-DE0E-F8CE452C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2F5CC-284E-C5EF-83A4-F1E90572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985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47671-DB8B-39E5-EA89-01A27404B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09353-D4F2-2B95-CC0A-20C5E4C10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F64BC-35E7-7968-CC3D-38BDDFEB6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B8DA4-B34F-5BF6-B7D3-070BE8EDF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C8D79-1441-07A5-87DC-6492FD455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5C07C-BB10-C2D5-625F-9C5EFB30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60597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41F49-4315-D507-5E55-8E5FC6821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2A375-6C79-F431-F062-1B7071683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047CC-F732-5507-3325-D8240FB58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D88E0-7351-6E0E-5AF5-4A0366B4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8BA04-1296-4677-62BB-A000632D6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381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0B082-E0EA-6D68-2D54-B494B1788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85D9C-76F2-62D3-6AB5-93EE18F06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D6160-0100-0CAA-82F4-6CE35D7BF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9EB28-EBF6-2B0A-ED6B-3F2F1942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19014-7361-5A4E-EDAD-A151E466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201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3F8E5-9A7F-7FC8-20DE-C29B0A6AB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61D2C-E533-CB58-969E-5ABFE56F2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4ACE-C88E-A226-EE27-6583AC3C7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D53FB-A896-DB40-850D-FE5871918454}" type="datetimeFigureOut">
              <a:rPr lang="es-ES_tradnl" smtClean="0"/>
              <a:t>18/11/24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DC87-2456-AF5A-3861-BBE323F5F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77EF9-C0A1-C8B1-4272-F24389B42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090D0-B970-7A49-B5F5-0F8F51E64CA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4019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906B6-7067-84AB-0A6B-859E7FB897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u="sng" dirty="0" err="1">
                <a:solidFill>
                  <a:srgbClr val="0528DA"/>
                </a:solidFill>
                <a:latin typeface="Copperplate" panose="02000504000000020004" pitchFamily="2" charset="77"/>
              </a:rPr>
              <a:t>Construferca</a:t>
            </a:r>
            <a:r>
              <a:rPr lang="es-ES_tradnl" u="sng" dirty="0">
                <a:solidFill>
                  <a:srgbClr val="0528DA"/>
                </a:solidFill>
                <a:latin typeface="Copperplate" panose="02000504000000020004" pitchFamily="2" charset="77"/>
              </a:rPr>
              <a:t> SA</a:t>
            </a:r>
          </a:p>
        </p:txBody>
      </p:sp>
    </p:spTree>
    <p:extLst>
      <p:ext uri="{BB962C8B-B14F-4D97-AF65-F5344CB8AC3E}">
        <p14:creationId xmlns:p14="http://schemas.microsoft.com/office/powerpoint/2010/main" val="1838570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Copperplate</vt:lpstr>
      <vt:lpstr>Office Theme</vt:lpstr>
      <vt:lpstr>Construferca 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Navia</dc:creator>
  <cp:lastModifiedBy>Fernando Navia</cp:lastModifiedBy>
  <cp:revision>1</cp:revision>
  <dcterms:created xsi:type="dcterms:W3CDTF">2024-11-19T04:07:24Z</dcterms:created>
  <dcterms:modified xsi:type="dcterms:W3CDTF">2024-11-19T04:08:46Z</dcterms:modified>
</cp:coreProperties>
</file>